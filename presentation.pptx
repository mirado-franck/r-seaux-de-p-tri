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Système de visite médical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E293B"/>
                </a:solidFill>
                <a:latin typeface="Calibri"/>
              </a:defRPr>
            </a:pPr>
            <a:r>
              <a:t>Projet — Réseaux de Petri interactifs</a:t>
            </a:r>
            <a:br/>
            <a:r>
              <a:t>Modélisation du parcours patient : Poids → Tension → Médecin → Sortie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Groupe : Mirado-Franck  |  Projet : R-seaux-de-p-tri  |  Branche : arena/01a0856f-r-seaux-de-p-tri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65A78"/>
                </a:solidFill>
                <a:latin typeface="Calibri"/>
              </a:defRPr>
            </a:pPr>
            <a:r>
              <a:t>Septembre 2026 — Démonstration de l'application </a:t>
            </a:r>
            <a:br/>
            <a:r>
              <a:t>(Éditeur React + Vite + ReactFlow + Zustand)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1/6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Présentation du projet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93B"/>
                </a:solidFill>
                <a:latin typeface="Calibri"/>
              </a:defRPr>
            </a:pPr>
            <a:r>
              <a:t>• Problème : modéliser le flux d'une visite médicale complète</a:t>
            </a:r>
            <a:br/>
            <a:r>
              <a:t>• Parcours : file d'attente → prise de poids → prise de tension → consultation médecin → sortie</a:t>
            </a:r>
            <a:br/>
            <a:r>
              <a:t>• Chaque poste traite une seule personne à la fois (capacité 1)</a:t>
            </a:r>
            <a:br/>
            <a:r>
              <a:t>• Les services disposent d'un état Disponible / Pause (ressources)</a:t>
            </a:r>
            <a:br/>
            <a:r>
              <a:t>• Objectif : créer un éditeur interactif avec simulation animée, navigation pas à pas et import JSON</a:t>
            </a:r>
            <a:br/>
            <a:br/>
            <a:r>
              <a:t>Le schéma vertical est importé directement depuis le fichier JSON (format parc_automobile.json) et s'affiche sans modification du code du réseau.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Outils utilisés et justification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2926080" cy="548640"/>
          </a:xfrm>
          <a:prstGeom prst="round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React + Vite + TypeScript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4630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Interface réactive, HMR rapide, typage pour la maintenance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2926080" cy="548640"/>
          </a:xfrm>
          <a:prstGeom prst="round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React Flow (ReactFlow)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2860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Visualisation interactive du graphe de Petri avec nœuds, flèches et états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108960"/>
            <a:ext cx="2926080" cy="548640"/>
          </a:xfrm>
          <a:prstGeom prst="round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Zustand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1089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Gestion légère et réactive de l'état (simulation, historique, démo)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31920"/>
            <a:ext cx="2926080" cy="548640"/>
          </a:xfrm>
          <a:prstGeom prst="round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023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Lucide-React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9319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Icônes clairs pour Démo, Suivant, Précédent, Pause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754880"/>
            <a:ext cx="2926080" cy="548640"/>
          </a:xfrm>
          <a:prstGeom prst="round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JSON natif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7548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Import/export du réseau + paramètre n + légende sans base de données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Démonstration de l'application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  <a:latin typeface="Calibri"/>
              </a:defRPr>
            </a:pPr>
            <a:r>
              <a:t>Interaction en temps réel avec le réseau de Petri médical :</a:t>
            </a:r>
            <a:br/>
            <a:br/>
            <a:r>
              <a:t>• Bouton Démo — lance la simulation automatique jusqu'à la sortie</a:t>
            </a:r>
            <a:br/>
            <a:r>
              <a:t>• Suivant / Précédent — navigation pas à pas manuelle</a:t>
            </a:r>
            <a:br/>
            <a:r>
              <a:t>• Flèches clavier ← → — contrôlent directement les boutons</a:t>
            </a:r>
            <a:br/>
            <a:r>
              <a:t>• Réglage Vitesse — modifie le délai entre chaque pas</a:t>
            </a:r>
            <a:br/>
            <a:r>
              <a:t>• T1 / T3 / T5 — bascule Disponible ↔ Pause (jeton de ressource)</a:t>
            </a:r>
            <a:br/>
            <a:br/>
            <a:r>
              <a:t>Le schéma vertical s'affiche sans scroll : P_Attente → T_Entrer → P_Poste_Poids → ... → P_Sortie.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Ensembles du projet :</a:t>
            </a:r>
            <a:br/>
            <a:r>
              <a:t>• Import JSON : le fichier project_medical.json définit le réseau complet</a:t>
            </a:r>
            <a:br/>
            <a:r>
              <a:t>• Ressources : 3 paires (Poids / Tension / Médecin) avec jetons de disponibilité</a:t>
            </a:r>
            <a:br/>
            <a:r>
              <a:t>• Animation : la transition active pulse en vert; le service pausé pulse en rouge</a:t>
            </a:r>
            <a:br/>
            <a:r>
              <a:t>• Thème médical : palette teal/bleu profond, légende interactive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Conclusion &amp;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93B"/>
                </a:solidFill>
                <a:latin typeface="Calibri"/>
              </a:defRPr>
            </a:pPr>
            <a:r>
              <a:t>• Ce qui fonctionne : simulation animée, navigation clavier, import JSON, gestion des ressources Disponible/Pause, thème médical cohérent</a:t>
            </a:r>
            <a:br/>
            <a:br/>
            <a:r>
              <a:t>• Limites : pas de persistance base de données, pas de multi-utilisateur, pas d'export de scénarios complets au-delà du JSON</a:t>
            </a:r>
            <a:br/>
            <a:br/>
            <a:r>
              <a:t>• Perspectives : automatiser plusieurs scénarios de visite, intégrer des données réelles de cabinet médical, ajouter des analyses statistiques sur le temps d'attente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5/6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